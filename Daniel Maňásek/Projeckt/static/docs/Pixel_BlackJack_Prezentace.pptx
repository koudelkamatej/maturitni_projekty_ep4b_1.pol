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E1D67-EE49-4F19-9AB4-4109F18D2530}" v="239" dt="2026-03-31T22:06:10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Maňásek" userId="919084af3ec1b99c" providerId="Windows Live" clId="Web-{999E1D67-EE49-4F19-9AB4-4109F18D2530}"/>
    <pc:docChg chg="addSld modSld sldOrd addMainMaster delMainMaster">
      <pc:chgData name="Dan Maňásek" userId="919084af3ec1b99c" providerId="Windows Live" clId="Web-{999E1D67-EE49-4F19-9AB4-4109F18D2530}" dt="2026-03-31T22:06:10.954" v="250" actId="20577"/>
      <pc:docMkLst>
        <pc:docMk/>
      </pc:docMkLst>
      <pc:sldChg chg="addSp delSp modSp mod setBg modClrScheme setClrOvrMap chgLayout">
        <pc:chgData name="Dan Maňásek" userId="919084af3ec1b99c" providerId="Windows Live" clId="Web-{999E1D67-EE49-4F19-9AB4-4109F18D2530}" dt="2026-03-31T21:39:26.529" v="18" actId="20577"/>
        <pc:sldMkLst>
          <pc:docMk/>
          <pc:sldMk cId="3799523001" sldId="256"/>
        </pc:sldMkLst>
        <pc:spChg chg="mod">
          <ac:chgData name="Dan Maňásek" userId="919084af3ec1b99c" providerId="Windows Live" clId="Web-{999E1D67-EE49-4F19-9AB4-4109F18D2530}" dt="2026-03-31T21:39:26.529" v="18" actId="20577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Dan Maňásek" userId="919084af3ec1b99c" providerId="Windows Live" clId="Web-{999E1D67-EE49-4F19-9AB4-4109F18D2530}" dt="2026-03-31T21:39:12.497" v="17"/>
          <ac:spMkLst>
            <pc:docMk/>
            <pc:sldMk cId="3799523001" sldId="256"/>
            <ac:spMk id="3" creationId="{00000000-0000-0000-0000-000000000000}"/>
          </ac:spMkLst>
        </pc:spChg>
        <pc:spChg chg="add del">
          <ac:chgData name="Dan Maňásek" userId="919084af3ec1b99c" providerId="Windows Live" clId="Web-{999E1D67-EE49-4F19-9AB4-4109F18D2530}" dt="2026-03-31T21:39:12.497" v="17"/>
          <ac:spMkLst>
            <pc:docMk/>
            <pc:sldMk cId="3799523001" sldId="256"/>
            <ac:spMk id="9" creationId="{9B37791B-B040-4694-BFDC-8DD132D86E8E}"/>
          </ac:spMkLst>
        </pc:spChg>
        <pc:spChg chg="add">
          <ac:chgData name="Dan Maňásek" userId="919084af3ec1b99c" providerId="Windows Live" clId="Web-{999E1D67-EE49-4F19-9AB4-4109F18D2530}" dt="2026-03-31T21:39:12.497" v="17"/>
          <ac:spMkLst>
            <pc:docMk/>
            <pc:sldMk cId="3799523001" sldId="256"/>
            <ac:spMk id="18" creationId="{0EECA69B-4C2A-7F31-8019-E90DB3BD49CB}"/>
          </ac:spMkLst>
        </pc:spChg>
        <pc:spChg chg="add">
          <ac:chgData name="Dan Maňásek" userId="919084af3ec1b99c" providerId="Windows Live" clId="Web-{999E1D67-EE49-4F19-9AB4-4109F18D2530}" dt="2026-03-31T21:39:12.497" v="17"/>
          <ac:spMkLst>
            <pc:docMk/>
            <pc:sldMk cId="3799523001" sldId="256"/>
            <ac:spMk id="20" creationId="{1103FDB8-D911-F8F8-F9EC-FB7FF543594C}"/>
          </ac:spMkLst>
        </pc:spChg>
        <pc:grpChg chg="add del">
          <ac:chgData name="Dan Maňásek" userId="919084af3ec1b99c" providerId="Windows Live" clId="Web-{999E1D67-EE49-4F19-9AB4-4109F18D2530}" dt="2026-03-31T21:39:12.497" v="17"/>
          <ac:grpSpMkLst>
            <pc:docMk/>
            <pc:sldMk cId="3799523001" sldId="256"/>
            <ac:grpSpMk id="11" creationId="{4252769E-B9F0-4068-A645-5BBEF16E9C28}"/>
          </ac:grpSpMkLst>
        </pc:grpChg>
        <pc:picChg chg="add mod ord">
          <ac:chgData name="Dan Maňásek" userId="919084af3ec1b99c" providerId="Windows Live" clId="Web-{999E1D67-EE49-4F19-9AB4-4109F18D2530}" dt="2026-03-31T21:39:12.497" v="17"/>
          <ac:picMkLst>
            <pc:docMk/>
            <pc:sldMk cId="3799523001" sldId="256"/>
            <ac:picMk id="4" creationId="{A18D1EB3-4E11-2CE1-57F0-CA88C0503033}"/>
          </ac:picMkLst>
        </pc:picChg>
      </pc:sldChg>
      <pc:sldChg chg="addSp modSp new mod setBg">
        <pc:chgData name="Dan Maňásek" userId="919084af3ec1b99c" providerId="Windows Live" clId="Web-{999E1D67-EE49-4F19-9AB4-4109F18D2530}" dt="2026-03-31T21:48:40.854" v="87" actId="20577"/>
        <pc:sldMkLst>
          <pc:docMk/>
          <pc:sldMk cId="1640907800" sldId="257"/>
        </pc:sldMkLst>
        <pc:spChg chg="mod">
          <ac:chgData name="Dan Maňásek" userId="919084af3ec1b99c" providerId="Windows Live" clId="Web-{999E1D67-EE49-4F19-9AB4-4109F18D2530}" dt="2026-03-31T21:41:27.002" v="28"/>
          <ac:spMkLst>
            <pc:docMk/>
            <pc:sldMk cId="1640907800" sldId="257"/>
            <ac:spMk id="2" creationId="{25508858-D66D-4421-5803-F61949D38784}"/>
          </ac:spMkLst>
        </pc:spChg>
        <pc:spChg chg="mod">
          <ac:chgData name="Dan Maňásek" userId="919084af3ec1b99c" providerId="Windows Live" clId="Web-{999E1D67-EE49-4F19-9AB4-4109F18D2530}" dt="2026-03-31T21:48:40.854" v="87" actId="20577"/>
          <ac:spMkLst>
            <pc:docMk/>
            <pc:sldMk cId="1640907800" sldId="257"/>
            <ac:spMk id="3" creationId="{433DA815-D3CE-D98B-25A1-8C93AC4F1D36}"/>
          </ac:spMkLst>
        </pc:spChg>
        <pc:spChg chg="add">
          <ac:chgData name="Dan Maňásek" userId="919084af3ec1b99c" providerId="Windows Live" clId="Web-{999E1D67-EE49-4F19-9AB4-4109F18D2530}" dt="2026-03-31T21:41:27.002" v="28"/>
          <ac:spMkLst>
            <pc:docMk/>
            <pc:sldMk cId="1640907800" sldId="257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41:27.002" v="28"/>
          <ac:picMkLst>
            <pc:docMk/>
            <pc:sldMk cId="1640907800" sldId="257"/>
            <ac:picMk id="4" creationId="{30294737-B75D-AEEB-1312-0525288CC52A}"/>
          </ac:picMkLst>
        </pc:picChg>
        <pc:cxnChg chg="add">
          <ac:chgData name="Dan Maňásek" userId="919084af3ec1b99c" providerId="Windows Live" clId="Web-{999E1D67-EE49-4F19-9AB4-4109F18D2530}" dt="2026-03-31T21:41:27.002" v="28"/>
          <ac:cxnSpMkLst>
            <pc:docMk/>
            <pc:sldMk cId="1640907800" sldId="257"/>
            <ac:cxnSpMk id="11" creationId="{F2B951FD-94F7-E138-3EC2-A66A551D9137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1:48:28.885" v="85" actId="20577"/>
        <pc:sldMkLst>
          <pc:docMk/>
          <pc:sldMk cId="3375697548" sldId="258"/>
        </pc:sldMkLst>
        <pc:spChg chg="mod">
          <ac:chgData name="Dan Maňásek" userId="919084af3ec1b99c" providerId="Windows Live" clId="Web-{999E1D67-EE49-4F19-9AB4-4109F18D2530}" dt="2026-03-31T21:44:00.240" v="40"/>
          <ac:spMkLst>
            <pc:docMk/>
            <pc:sldMk cId="3375697548" sldId="258"/>
            <ac:spMk id="2" creationId="{CFB38364-23A6-79A4-BB57-37A843D0BA3B}"/>
          </ac:spMkLst>
        </pc:spChg>
        <pc:spChg chg="mod">
          <ac:chgData name="Dan Maňásek" userId="919084af3ec1b99c" providerId="Windows Live" clId="Web-{999E1D67-EE49-4F19-9AB4-4109F18D2530}" dt="2026-03-31T21:48:28.885" v="85" actId="20577"/>
          <ac:spMkLst>
            <pc:docMk/>
            <pc:sldMk cId="3375697548" sldId="258"/>
            <ac:spMk id="3" creationId="{AA58F2B0-EA24-3AE5-F665-9646686956B9}"/>
          </ac:spMkLst>
        </pc:spChg>
        <pc:spChg chg="add">
          <ac:chgData name="Dan Maňásek" userId="919084af3ec1b99c" providerId="Windows Live" clId="Web-{999E1D67-EE49-4F19-9AB4-4109F18D2530}" dt="2026-03-31T21:44:00.240" v="40"/>
          <ac:spMkLst>
            <pc:docMk/>
            <pc:sldMk cId="3375697548" sldId="258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44:00.240" v="40"/>
          <ac:picMkLst>
            <pc:docMk/>
            <pc:sldMk cId="3375697548" sldId="258"/>
            <ac:picMk id="4" creationId="{4E0765C2-CAFF-C92A-F448-CB9BFEFA5F59}"/>
          </ac:picMkLst>
        </pc:picChg>
        <pc:cxnChg chg="add">
          <ac:chgData name="Dan Maňásek" userId="919084af3ec1b99c" providerId="Windows Live" clId="Web-{999E1D67-EE49-4F19-9AB4-4109F18D2530}" dt="2026-03-31T21:44:00.240" v="40"/>
          <ac:cxnSpMkLst>
            <pc:docMk/>
            <pc:sldMk cId="3375697548" sldId="258"/>
            <ac:cxnSpMk id="11" creationId="{4583FD9E-C5A7-96F7-951D-7D292013CD58}"/>
          </ac:cxnSpMkLst>
        </pc:cxnChg>
      </pc:sldChg>
      <pc:sldChg chg="addSp delSp modSp new mod setBg">
        <pc:chgData name="Dan Maňásek" userId="919084af3ec1b99c" providerId="Windows Live" clId="Web-{999E1D67-EE49-4F19-9AB4-4109F18D2530}" dt="2026-03-31T21:48:33.370" v="86" actId="20577"/>
        <pc:sldMkLst>
          <pc:docMk/>
          <pc:sldMk cId="3769361267" sldId="259"/>
        </pc:sldMkLst>
        <pc:spChg chg="mod">
          <ac:chgData name="Dan Maňásek" userId="919084af3ec1b99c" providerId="Windows Live" clId="Web-{999E1D67-EE49-4F19-9AB4-4109F18D2530}" dt="2026-03-31T21:47:50.604" v="74"/>
          <ac:spMkLst>
            <pc:docMk/>
            <pc:sldMk cId="3769361267" sldId="259"/>
            <ac:spMk id="2" creationId="{B2476008-9013-D5CB-7895-ADDA325EFA1D}"/>
          </ac:spMkLst>
        </pc:spChg>
        <pc:spChg chg="mod">
          <ac:chgData name="Dan Maňásek" userId="919084af3ec1b99c" providerId="Windows Live" clId="Web-{999E1D67-EE49-4F19-9AB4-4109F18D2530}" dt="2026-03-31T21:48:33.370" v="86" actId="20577"/>
          <ac:spMkLst>
            <pc:docMk/>
            <pc:sldMk cId="3769361267" sldId="259"/>
            <ac:spMk id="3" creationId="{236BFC65-D435-79BD-0B7F-B4340B6DCDE1}"/>
          </ac:spMkLst>
        </pc:spChg>
        <pc:spChg chg="add del">
          <ac:chgData name="Dan Maňásek" userId="919084af3ec1b99c" providerId="Windows Live" clId="Web-{999E1D67-EE49-4F19-9AB4-4109F18D2530}" dt="2026-03-31T21:46:46.415" v="70"/>
          <ac:spMkLst>
            <pc:docMk/>
            <pc:sldMk cId="3769361267" sldId="259"/>
            <ac:spMk id="9" creationId="{E49D7415-2F11-44C2-B6AA-13A25B6814B9}"/>
          </ac:spMkLst>
        </pc:spChg>
        <pc:spChg chg="add del">
          <ac:chgData name="Dan Maňásek" userId="919084af3ec1b99c" providerId="Windows Live" clId="Web-{999E1D67-EE49-4F19-9AB4-4109F18D2530}" dt="2026-03-31T21:46:46.415" v="69"/>
          <ac:spMkLst>
            <pc:docMk/>
            <pc:sldMk cId="3769361267" sldId="259"/>
            <ac:spMk id="16" creationId="{E49D7415-2F11-44C2-B6AA-13A25B6814B9}"/>
          </ac:spMkLst>
        </pc:spChg>
        <pc:spChg chg="add del">
          <ac:chgData name="Dan Maňásek" userId="919084af3ec1b99c" providerId="Windows Live" clId="Web-{999E1D67-EE49-4F19-9AB4-4109F18D2530}" dt="2026-03-31T21:47:50.604" v="74"/>
          <ac:spMkLst>
            <pc:docMk/>
            <pc:sldMk cId="3769361267" sldId="259"/>
            <ac:spMk id="20" creationId="{E49D7415-2F11-44C2-B6AA-13A25B6814B9}"/>
          </ac:spMkLst>
        </pc:spChg>
        <pc:spChg chg="add">
          <ac:chgData name="Dan Maňásek" userId="919084af3ec1b99c" providerId="Windows Live" clId="Web-{999E1D67-EE49-4F19-9AB4-4109F18D2530}" dt="2026-03-31T21:47:50.604" v="74"/>
          <ac:spMkLst>
            <pc:docMk/>
            <pc:sldMk cId="3769361267" sldId="259"/>
            <ac:spMk id="26" creationId="{E49D7415-2F11-44C2-B6AA-13A25B6814B9}"/>
          </ac:spMkLst>
        </pc:spChg>
        <pc:picChg chg="add del mod">
          <ac:chgData name="Dan Maňásek" userId="919084af3ec1b99c" providerId="Windows Live" clId="Web-{999E1D67-EE49-4F19-9AB4-4109F18D2530}" dt="2026-03-31T21:46:53.400" v="71"/>
          <ac:picMkLst>
            <pc:docMk/>
            <pc:sldMk cId="3769361267" sldId="259"/>
            <ac:picMk id="4" creationId="{AC16EC58-2081-400F-D537-61FA38C51DD9}"/>
          </ac:picMkLst>
        </pc:picChg>
        <pc:picChg chg="add mod">
          <ac:chgData name="Dan Maňásek" userId="919084af3ec1b99c" providerId="Windows Live" clId="Web-{999E1D67-EE49-4F19-9AB4-4109F18D2530}" dt="2026-03-31T21:48:10.526" v="76" actId="14100"/>
          <ac:picMkLst>
            <pc:docMk/>
            <pc:sldMk cId="3769361267" sldId="259"/>
            <ac:picMk id="5" creationId="{1CE1B24E-6ED9-D256-315D-73158720F994}"/>
          </ac:picMkLst>
        </pc:picChg>
        <pc:cxnChg chg="add del">
          <ac:chgData name="Dan Maňásek" userId="919084af3ec1b99c" providerId="Windows Live" clId="Web-{999E1D67-EE49-4F19-9AB4-4109F18D2530}" dt="2026-03-31T21:46:46.415" v="70"/>
          <ac:cxnSpMkLst>
            <pc:docMk/>
            <pc:sldMk cId="3769361267" sldId="259"/>
            <ac:cxnSpMk id="11" creationId="{4583FD9E-C5A7-96F7-951D-7D292013CD58}"/>
          </ac:cxnSpMkLst>
        </pc:cxnChg>
        <pc:cxnChg chg="add del">
          <ac:chgData name="Dan Maňásek" userId="919084af3ec1b99c" providerId="Windows Live" clId="Web-{999E1D67-EE49-4F19-9AB4-4109F18D2530}" dt="2026-03-31T21:46:46.415" v="69"/>
          <ac:cxnSpMkLst>
            <pc:docMk/>
            <pc:sldMk cId="3769361267" sldId="259"/>
            <ac:cxnSpMk id="18" creationId="{4583FD9E-C5A7-96F7-951D-7D292013CD58}"/>
          </ac:cxnSpMkLst>
        </pc:cxnChg>
        <pc:cxnChg chg="add del">
          <ac:chgData name="Dan Maňásek" userId="919084af3ec1b99c" providerId="Windows Live" clId="Web-{999E1D67-EE49-4F19-9AB4-4109F18D2530}" dt="2026-03-31T21:47:50.604" v="74"/>
          <ac:cxnSpMkLst>
            <pc:docMk/>
            <pc:sldMk cId="3769361267" sldId="259"/>
            <ac:cxnSpMk id="21" creationId="{4583FD9E-C5A7-96F7-951D-7D292013CD58}"/>
          </ac:cxnSpMkLst>
        </pc:cxnChg>
        <pc:cxnChg chg="add">
          <ac:chgData name="Dan Maňásek" userId="919084af3ec1b99c" providerId="Windows Live" clId="Web-{999E1D67-EE49-4F19-9AB4-4109F18D2530}" dt="2026-03-31T21:47:50.604" v="74"/>
          <ac:cxnSpMkLst>
            <pc:docMk/>
            <pc:sldMk cId="3769361267" sldId="259"/>
            <ac:cxnSpMk id="28" creationId="{F2B951FD-94F7-E138-3EC2-A66A551D9137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1:50:27.653" v="104" actId="20577"/>
        <pc:sldMkLst>
          <pc:docMk/>
          <pc:sldMk cId="384856497" sldId="260"/>
        </pc:sldMkLst>
        <pc:spChg chg="mod">
          <ac:chgData name="Dan Maňásek" userId="919084af3ec1b99c" providerId="Windows Live" clId="Web-{999E1D67-EE49-4F19-9AB4-4109F18D2530}" dt="2026-03-31T21:50:19.402" v="103"/>
          <ac:spMkLst>
            <pc:docMk/>
            <pc:sldMk cId="384856497" sldId="260"/>
            <ac:spMk id="2" creationId="{68FB7195-A05D-18A7-DC6F-BA2D86604819}"/>
          </ac:spMkLst>
        </pc:spChg>
        <pc:spChg chg="mod">
          <ac:chgData name="Dan Maňásek" userId="919084af3ec1b99c" providerId="Windows Live" clId="Web-{999E1D67-EE49-4F19-9AB4-4109F18D2530}" dt="2026-03-31T21:50:27.653" v="104" actId="20577"/>
          <ac:spMkLst>
            <pc:docMk/>
            <pc:sldMk cId="384856497" sldId="260"/>
            <ac:spMk id="3" creationId="{67D77C6D-613B-6B81-41A6-8D5F2F10893E}"/>
          </ac:spMkLst>
        </pc:spChg>
        <pc:spChg chg="add">
          <ac:chgData name="Dan Maňásek" userId="919084af3ec1b99c" providerId="Windows Live" clId="Web-{999E1D67-EE49-4F19-9AB4-4109F18D2530}" dt="2026-03-31T21:50:19.402" v="103"/>
          <ac:spMkLst>
            <pc:docMk/>
            <pc:sldMk cId="384856497" sldId="260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50:19.402" v="103"/>
          <ac:picMkLst>
            <pc:docMk/>
            <pc:sldMk cId="384856497" sldId="260"/>
            <ac:picMk id="4" creationId="{2FA3BB1F-0491-A865-ED89-75DE1186DBAA}"/>
          </ac:picMkLst>
        </pc:picChg>
        <pc:cxnChg chg="add">
          <ac:chgData name="Dan Maňásek" userId="919084af3ec1b99c" providerId="Windows Live" clId="Web-{999E1D67-EE49-4F19-9AB4-4109F18D2530}" dt="2026-03-31T21:50:19.402" v="103"/>
          <ac:cxnSpMkLst>
            <pc:docMk/>
            <pc:sldMk cId="384856497" sldId="260"/>
            <ac:cxnSpMk id="11" creationId="{4583FD9E-C5A7-96F7-951D-7D292013CD58}"/>
          </ac:cxnSpMkLst>
        </pc:cxnChg>
      </pc:sldChg>
      <pc:sldChg chg="addSp delSp modSp new mod setBg">
        <pc:chgData name="Dan Maňásek" userId="919084af3ec1b99c" providerId="Windows Live" clId="Web-{999E1D67-EE49-4F19-9AB4-4109F18D2530}" dt="2026-03-31T21:53:34.822" v="122" actId="20577"/>
        <pc:sldMkLst>
          <pc:docMk/>
          <pc:sldMk cId="43726799" sldId="261"/>
        </pc:sldMkLst>
        <pc:spChg chg="mod">
          <ac:chgData name="Dan Maňásek" userId="919084af3ec1b99c" providerId="Windows Live" clId="Web-{999E1D67-EE49-4F19-9AB4-4109F18D2530}" dt="2026-03-31T21:53:09.946" v="120"/>
          <ac:spMkLst>
            <pc:docMk/>
            <pc:sldMk cId="43726799" sldId="261"/>
            <ac:spMk id="2" creationId="{79D635A7-0B79-081E-F3EE-A029A7D1B3FF}"/>
          </ac:spMkLst>
        </pc:spChg>
        <pc:spChg chg="mod">
          <ac:chgData name="Dan Maňásek" userId="919084af3ec1b99c" providerId="Windows Live" clId="Web-{999E1D67-EE49-4F19-9AB4-4109F18D2530}" dt="2026-03-31T21:53:34.822" v="122" actId="20577"/>
          <ac:spMkLst>
            <pc:docMk/>
            <pc:sldMk cId="43726799" sldId="261"/>
            <ac:spMk id="3" creationId="{F5E9A5B9-9675-C615-0A24-33A3EE8F3E3D}"/>
          </ac:spMkLst>
        </pc:spChg>
        <pc:spChg chg="add del">
          <ac:chgData name="Dan Maňásek" userId="919084af3ec1b99c" providerId="Windows Live" clId="Web-{999E1D67-EE49-4F19-9AB4-4109F18D2530}" dt="2026-03-31T21:53:09.946" v="120"/>
          <ac:spMkLst>
            <pc:docMk/>
            <pc:sldMk cId="43726799" sldId="261"/>
            <ac:spMk id="9" creationId="{E49D7415-2F11-44C2-B6AA-13A25B6814B9}"/>
          </ac:spMkLst>
        </pc:spChg>
        <pc:spChg chg="add">
          <ac:chgData name="Dan Maňásek" userId="919084af3ec1b99c" providerId="Windows Live" clId="Web-{999E1D67-EE49-4F19-9AB4-4109F18D2530}" dt="2026-03-31T21:53:09.946" v="120"/>
          <ac:spMkLst>
            <pc:docMk/>
            <pc:sldMk cId="43726799" sldId="261"/>
            <ac:spMk id="16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53:09.946" v="120"/>
          <ac:picMkLst>
            <pc:docMk/>
            <pc:sldMk cId="43726799" sldId="261"/>
            <ac:picMk id="4" creationId="{B0AC6F65-B391-D911-48C8-384F78D6FAB6}"/>
          </ac:picMkLst>
        </pc:picChg>
        <pc:cxnChg chg="add del">
          <ac:chgData name="Dan Maňásek" userId="919084af3ec1b99c" providerId="Windows Live" clId="Web-{999E1D67-EE49-4F19-9AB4-4109F18D2530}" dt="2026-03-31T21:53:09.946" v="120"/>
          <ac:cxnSpMkLst>
            <pc:docMk/>
            <pc:sldMk cId="43726799" sldId="261"/>
            <ac:cxnSpMk id="11" creationId="{4583FD9E-C5A7-96F7-951D-7D292013CD58}"/>
          </ac:cxnSpMkLst>
        </pc:cxnChg>
        <pc:cxnChg chg="add">
          <ac:chgData name="Dan Maňásek" userId="919084af3ec1b99c" providerId="Windows Live" clId="Web-{999E1D67-EE49-4F19-9AB4-4109F18D2530}" dt="2026-03-31T21:53:09.946" v="120"/>
          <ac:cxnSpMkLst>
            <pc:docMk/>
            <pc:sldMk cId="43726799" sldId="261"/>
            <ac:cxnSpMk id="18" creationId="{4583FD9E-C5A7-96F7-951D-7D292013CD58}"/>
          </ac:cxnSpMkLst>
        </pc:cxnChg>
      </pc:sldChg>
      <pc:sldChg chg="addSp delSp modSp new mod setBg">
        <pc:chgData name="Dan Maňásek" userId="919084af3ec1b99c" providerId="Windows Live" clId="Web-{999E1D67-EE49-4F19-9AB4-4109F18D2530}" dt="2026-03-31T21:55:29.313" v="135" actId="20577"/>
        <pc:sldMkLst>
          <pc:docMk/>
          <pc:sldMk cId="4020468934" sldId="262"/>
        </pc:sldMkLst>
        <pc:spChg chg="mod">
          <ac:chgData name="Dan Maňásek" userId="919084af3ec1b99c" providerId="Windows Live" clId="Web-{999E1D67-EE49-4F19-9AB4-4109F18D2530}" dt="2026-03-31T21:55:22.844" v="134"/>
          <ac:spMkLst>
            <pc:docMk/>
            <pc:sldMk cId="4020468934" sldId="262"/>
            <ac:spMk id="2" creationId="{2B45FE0E-72AC-8DA9-0025-7C6AFB45D0AE}"/>
          </ac:spMkLst>
        </pc:spChg>
        <pc:spChg chg="mod">
          <ac:chgData name="Dan Maňásek" userId="919084af3ec1b99c" providerId="Windows Live" clId="Web-{999E1D67-EE49-4F19-9AB4-4109F18D2530}" dt="2026-03-31T21:55:29.313" v="135" actId="20577"/>
          <ac:spMkLst>
            <pc:docMk/>
            <pc:sldMk cId="4020468934" sldId="262"/>
            <ac:spMk id="3" creationId="{6F4394CC-6D33-8533-3D41-79EF5BE7AFE0}"/>
          </ac:spMkLst>
        </pc:spChg>
        <pc:spChg chg="add">
          <ac:chgData name="Dan Maňásek" userId="919084af3ec1b99c" providerId="Windows Live" clId="Web-{999E1D67-EE49-4F19-9AB4-4109F18D2530}" dt="2026-03-31T21:55:22.844" v="134"/>
          <ac:spMkLst>
            <pc:docMk/>
            <pc:sldMk cId="4020468934" sldId="262"/>
            <ac:spMk id="10" creationId="{E49D7415-2F11-44C2-B6AA-13A25B6814B9}"/>
          </ac:spMkLst>
        </pc:spChg>
        <pc:picChg chg="add del mod">
          <ac:chgData name="Dan Maňásek" userId="919084af3ec1b99c" providerId="Windows Live" clId="Web-{999E1D67-EE49-4F19-9AB4-4109F18D2530}" dt="2026-03-31T21:54:57.343" v="131"/>
          <ac:picMkLst>
            <pc:docMk/>
            <pc:sldMk cId="4020468934" sldId="262"/>
            <ac:picMk id="4" creationId="{3923EDFC-BE70-DF09-509F-42A713D44EFD}"/>
          </ac:picMkLst>
        </pc:picChg>
        <pc:picChg chg="add mod">
          <ac:chgData name="Dan Maňásek" userId="919084af3ec1b99c" providerId="Windows Live" clId="Web-{999E1D67-EE49-4F19-9AB4-4109F18D2530}" dt="2026-03-31T21:55:22.844" v="134"/>
          <ac:picMkLst>
            <pc:docMk/>
            <pc:sldMk cId="4020468934" sldId="262"/>
            <ac:picMk id="5" creationId="{0A16345F-968C-AFFC-2796-C98F9999C262}"/>
          </ac:picMkLst>
        </pc:picChg>
        <pc:cxnChg chg="add">
          <ac:chgData name="Dan Maňásek" userId="919084af3ec1b99c" providerId="Windows Live" clId="Web-{999E1D67-EE49-4F19-9AB4-4109F18D2530}" dt="2026-03-31T21:55:22.844" v="134"/>
          <ac:cxnSpMkLst>
            <pc:docMk/>
            <pc:sldMk cId="4020468934" sldId="262"/>
            <ac:cxnSpMk id="12" creationId="{4583FD9E-C5A7-96F7-951D-7D292013CD58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1:56:35.894" v="147" actId="20577"/>
        <pc:sldMkLst>
          <pc:docMk/>
          <pc:sldMk cId="643011077" sldId="263"/>
        </pc:sldMkLst>
        <pc:spChg chg="mod">
          <ac:chgData name="Dan Maňásek" userId="919084af3ec1b99c" providerId="Windows Live" clId="Web-{999E1D67-EE49-4F19-9AB4-4109F18D2530}" dt="2026-03-31T21:56:30.863" v="146"/>
          <ac:spMkLst>
            <pc:docMk/>
            <pc:sldMk cId="643011077" sldId="263"/>
            <ac:spMk id="2" creationId="{ED9117A5-09D1-6723-2286-CE8EE6FA3897}"/>
          </ac:spMkLst>
        </pc:spChg>
        <pc:spChg chg="mod">
          <ac:chgData name="Dan Maňásek" userId="919084af3ec1b99c" providerId="Windows Live" clId="Web-{999E1D67-EE49-4F19-9AB4-4109F18D2530}" dt="2026-03-31T21:56:35.894" v="147" actId="20577"/>
          <ac:spMkLst>
            <pc:docMk/>
            <pc:sldMk cId="643011077" sldId="263"/>
            <ac:spMk id="3" creationId="{381B43BA-1BF3-F42E-DEC3-A6428CFF8A42}"/>
          </ac:spMkLst>
        </pc:spChg>
        <pc:spChg chg="add">
          <ac:chgData name="Dan Maňásek" userId="919084af3ec1b99c" providerId="Windows Live" clId="Web-{999E1D67-EE49-4F19-9AB4-4109F18D2530}" dt="2026-03-31T21:56:30.863" v="146"/>
          <ac:spMkLst>
            <pc:docMk/>
            <pc:sldMk cId="643011077" sldId="263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56:30.863" v="146"/>
          <ac:picMkLst>
            <pc:docMk/>
            <pc:sldMk cId="643011077" sldId="263"/>
            <ac:picMk id="4" creationId="{25A2FDD0-5940-DCB2-5FFE-7DD36FAC89D1}"/>
          </ac:picMkLst>
        </pc:picChg>
        <pc:cxnChg chg="add">
          <ac:chgData name="Dan Maňásek" userId="919084af3ec1b99c" providerId="Windows Live" clId="Web-{999E1D67-EE49-4F19-9AB4-4109F18D2530}" dt="2026-03-31T21:56:30.863" v="146"/>
          <ac:cxnSpMkLst>
            <pc:docMk/>
            <pc:sldMk cId="643011077" sldId="263"/>
            <ac:cxnSpMk id="11" creationId="{4583FD9E-C5A7-96F7-951D-7D292013CD58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1:57:34.021" v="155" actId="20577"/>
        <pc:sldMkLst>
          <pc:docMk/>
          <pc:sldMk cId="2370727095" sldId="264"/>
        </pc:sldMkLst>
        <pc:spChg chg="mod">
          <ac:chgData name="Dan Maňásek" userId="919084af3ec1b99c" providerId="Windows Live" clId="Web-{999E1D67-EE49-4F19-9AB4-4109F18D2530}" dt="2026-03-31T21:57:20.646" v="154"/>
          <ac:spMkLst>
            <pc:docMk/>
            <pc:sldMk cId="2370727095" sldId="264"/>
            <ac:spMk id="2" creationId="{5A1A1E09-E3F0-C3BF-7ED1-D24358C6676D}"/>
          </ac:spMkLst>
        </pc:spChg>
        <pc:spChg chg="mod">
          <ac:chgData name="Dan Maňásek" userId="919084af3ec1b99c" providerId="Windows Live" clId="Web-{999E1D67-EE49-4F19-9AB4-4109F18D2530}" dt="2026-03-31T21:57:34.021" v="155" actId="20577"/>
          <ac:spMkLst>
            <pc:docMk/>
            <pc:sldMk cId="2370727095" sldId="264"/>
            <ac:spMk id="3" creationId="{D7098314-292D-7D6C-3F16-3854124E4D1F}"/>
          </ac:spMkLst>
        </pc:spChg>
        <pc:spChg chg="add">
          <ac:chgData name="Dan Maňásek" userId="919084af3ec1b99c" providerId="Windows Live" clId="Web-{999E1D67-EE49-4F19-9AB4-4109F18D2530}" dt="2026-03-31T21:57:20.646" v="154"/>
          <ac:spMkLst>
            <pc:docMk/>
            <pc:sldMk cId="2370727095" sldId="264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57:20.646" v="154"/>
          <ac:picMkLst>
            <pc:docMk/>
            <pc:sldMk cId="2370727095" sldId="264"/>
            <ac:picMk id="4" creationId="{F3D0E1AD-92B1-4163-6686-26EA290AA8C1}"/>
          </ac:picMkLst>
        </pc:picChg>
        <pc:cxnChg chg="add">
          <ac:chgData name="Dan Maňásek" userId="919084af3ec1b99c" providerId="Windows Live" clId="Web-{999E1D67-EE49-4F19-9AB4-4109F18D2530}" dt="2026-03-31T21:57:20.646" v="154"/>
          <ac:cxnSpMkLst>
            <pc:docMk/>
            <pc:sldMk cId="2370727095" sldId="264"/>
            <ac:cxnSpMk id="11" creationId="{4583FD9E-C5A7-96F7-951D-7D292013CD58}"/>
          </ac:cxnSpMkLst>
        </pc:cxnChg>
      </pc:sldChg>
      <pc:sldChg chg="addSp modSp new mod ord setBg">
        <pc:chgData name="Dan Maňásek" userId="919084af3ec1b99c" providerId="Windows Live" clId="Web-{999E1D67-EE49-4F19-9AB4-4109F18D2530}" dt="2026-03-31T21:59:23.618" v="192" actId="20577"/>
        <pc:sldMkLst>
          <pc:docMk/>
          <pc:sldMk cId="4162808088" sldId="265"/>
        </pc:sldMkLst>
        <pc:spChg chg="mod">
          <ac:chgData name="Dan Maňásek" userId="919084af3ec1b99c" providerId="Windows Live" clId="Web-{999E1D67-EE49-4F19-9AB4-4109F18D2530}" dt="2026-03-31T21:59:18.462" v="191"/>
          <ac:spMkLst>
            <pc:docMk/>
            <pc:sldMk cId="4162808088" sldId="265"/>
            <ac:spMk id="2" creationId="{C6CBDA00-EDAE-6FCF-315A-8FCC0D974209}"/>
          </ac:spMkLst>
        </pc:spChg>
        <pc:spChg chg="mod">
          <ac:chgData name="Dan Maňásek" userId="919084af3ec1b99c" providerId="Windows Live" clId="Web-{999E1D67-EE49-4F19-9AB4-4109F18D2530}" dt="2026-03-31T21:59:23.618" v="192" actId="20577"/>
          <ac:spMkLst>
            <pc:docMk/>
            <pc:sldMk cId="4162808088" sldId="265"/>
            <ac:spMk id="3" creationId="{D432E673-0C9B-2502-E07F-5CC3D2F15C2D}"/>
          </ac:spMkLst>
        </pc:spChg>
        <pc:spChg chg="add">
          <ac:chgData name="Dan Maňásek" userId="919084af3ec1b99c" providerId="Windows Live" clId="Web-{999E1D67-EE49-4F19-9AB4-4109F18D2530}" dt="2026-03-31T21:59:18.462" v="191"/>
          <ac:spMkLst>
            <pc:docMk/>
            <pc:sldMk cId="4162808088" sldId="265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1:59:18.462" v="191"/>
          <ac:picMkLst>
            <pc:docMk/>
            <pc:sldMk cId="4162808088" sldId="265"/>
            <ac:picMk id="4" creationId="{6DB80846-8DFB-D0FC-B1D4-EAA8642C5AD1}"/>
          </ac:picMkLst>
        </pc:picChg>
        <pc:cxnChg chg="add">
          <ac:chgData name="Dan Maňásek" userId="919084af3ec1b99c" providerId="Windows Live" clId="Web-{999E1D67-EE49-4F19-9AB4-4109F18D2530}" dt="2026-03-31T21:59:18.462" v="191"/>
          <ac:cxnSpMkLst>
            <pc:docMk/>
            <pc:sldMk cId="4162808088" sldId="265"/>
            <ac:cxnSpMk id="11" creationId="{D2E57F3D-33BE-4306-87E6-245763719516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2:00:29.885" v="200" actId="20577"/>
        <pc:sldMkLst>
          <pc:docMk/>
          <pc:sldMk cId="3090668081" sldId="266"/>
        </pc:sldMkLst>
        <pc:spChg chg="mod">
          <ac:chgData name="Dan Maňásek" userId="919084af3ec1b99c" providerId="Windows Live" clId="Web-{999E1D67-EE49-4F19-9AB4-4109F18D2530}" dt="2026-03-31T22:00:26.026" v="199"/>
          <ac:spMkLst>
            <pc:docMk/>
            <pc:sldMk cId="3090668081" sldId="266"/>
            <ac:spMk id="2" creationId="{1A2F0E9A-8AB7-CF55-8526-0286B584F903}"/>
          </ac:spMkLst>
        </pc:spChg>
        <pc:spChg chg="mod">
          <ac:chgData name="Dan Maňásek" userId="919084af3ec1b99c" providerId="Windows Live" clId="Web-{999E1D67-EE49-4F19-9AB4-4109F18D2530}" dt="2026-03-31T22:00:29.885" v="200" actId="20577"/>
          <ac:spMkLst>
            <pc:docMk/>
            <pc:sldMk cId="3090668081" sldId="266"/>
            <ac:spMk id="3" creationId="{CBCE46C4-66D6-840B-4062-91A42E0FFA9B}"/>
          </ac:spMkLst>
        </pc:spChg>
        <pc:spChg chg="add">
          <ac:chgData name="Dan Maňásek" userId="919084af3ec1b99c" providerId="Windows Live" clId="Web-{999E1D67-EE49-4F19-9AB4-4109F18D2530}" dt="2026-03-31T22:00:26.026" v="199"/>
          <ac:spMkLst>
            <pc:docMk/>
            <pc:sldMk cId="3090668081" sldId="266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2:00:26.026" v="199"/>
          <ac:picMkLst>
            <pc:docMk/>
            <pc:sldMk cId="3090668081" sldId="266"/>
            <ac:picMk id="4" creationId="{9949568D-16EB-F793-9B6B-7698DB6C968D}"/>
          </ac:picMkLst>
        </pc:picChg>
        <pc:cxnChg chg="add">
          <ac:chgData name="Dan Maňásek" userId="919084af3ec1b99c" providerId="Windows Live" clId="Web-{999E1D67-EE49-4F19-9AB4-4109F18D2530}" dt="2026-03-31T22:00:26.026" v="199"/>
          <ac:cxnSpMkLst>
            <pc:docMk/>
            <pc:sldMk cId="3090668081" sldId="266"/>
            <ac:cxnSpMk id="11" creationId="{4583FD9E-C5A7-96F7-951D-7D292013CD58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2:01:27.668" v="208" actId="20577"/>
        <pc:sldMkLst>
          <pc:docMk/>
          <pc:sldMk cId="1074293692" sldId="267"/>
        </pc:sldMkLst>
        <pc:spChg chg="mod">
          <ac:chgData name="Dan Maňásek" userId="919084af3ec1b99c" providerId="Windows Live" clId="Web-{999E1D67-EE49-4F19-9AB4-4109F18D2530}" dt="2026-03-31T22:01:23.184" v="207"/>
          <ac:spMkLst>
            <pc:docMk/>
            <pc:sldMk cId="1074293692" sldId="267"/>
            <ac:spMk id="2" creationId="{729C6DED-DFE9-3292-43B4-D44117E84E5B}"/>
          </ac:spMkLst>
        </pc:spChg>
        <pc:spChg chg="mod">
          <ac:chgData name="Dan Maňásek" userId="919084af3ec1b99c" providerId="Windows Live" clId="Web-{999E1D67-EE49-4F19-9AB4-4109F18D2530}" dt="2026-03-31T22:01:27.668" v="208" actId="20577"/>
          <ac:spMkLst>
            <pc:docMk/>
            <pc:sldMk cId="1074293692" sldId="267"/>
            <ac:spMk id="3" creationId="{15BA2082-F9F7-AE13-342E-DDAEE951672A}"/>
          </ac:spMkLst>
        </pc:spChg>
        <pc:spChg chg="add">
          <ac:chgData name="Dan Maňásek" userId="919084af3ec1b99c" providerId="Windows Live" clId="Web-{999E1D67-EE49-4F19-9AB4-4109F18D2530}" dt="2026-03-31T22:01:23.184" v="207"/>
          <ac:spMkLst>
            <pc:docMk/>
            <pc:sldMk cId="1074293692" sldId="267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2:01:23.184" v="207"/>
          <ac:picMkLst>
            <pc:docMk/>
            <pc:sldMk cId="1074293692" sldId="267"/>
            <ac:picMk id="4" creationId="{210B2A47-BB6A-1007-F618-C3C32C694179}"/>
          </ac:picMkLst>
        </pc:picChg>
        <pc:cxnChg chg="add">
          <ac:chgData name="Dan Maňásek" userId="919084af3ec1b99c" providerId="Windows Live" clId="Web-{999E1D67-EE49-4F19-9AB4-4109F18D2530}" dt="2026-03-31T22:01:23.184" v="207"/>
          <ac:cxnSpMkLst>
            <pc:docMk/>
            <pc:sldMk cId="1074293692" sldId="267"/>
            <ac:cxnSpMk id="11" creationId="{3815BE95-1337-20E2-B2EF-5DA486F72FCB}"/>
          </ac:cxnSpMkLst>
        </pc:cxnChg>
      </pc:sldChg>
      <pc:sldChg chg="addSp delSp modSp new mod setBg">
        <pc:chgData name="Dan Maňásek" userId="919084af3ec1b99c" providerId="Windows Live" clId="Web-{999E1D67-EE49-4F19-9AB4-4109F18D2530}" dt="2026-03-31T22:03:22.248" v="218" actId="20577"/>
        <pc:sldMkLst>
          <pc:docMk/>
          <pc:sldMk cId="3497051839" sldId="268"/>
        </pc:sldMkLst>
        <pc:spChg chg="mod">
          <ac:chgData name="Dan Maňásek" userId="919084af3ec1b99c" providerId="Windows Live" clId="Web-{999E1D67-EE49-4F19-9AB4-4109F18D2530}" dt="2026-03-31T22:03:19.248" v="217"/>
          <ac:spMkLst>
            <pc:docMk/>
            <pc:sldMk cId="3497051839" sldId="268"/>
            <ac:spMk id="2" creationId="{1FA667F8-3E99-E16B-03C1-E755FB23032E}"/>
          </ac:spMkLst>
        </pc:spChg>
        <pc:spChg chg="mod">
          <ac:chgData name="Dan Maňásek" userId="919084af3ec1b99c" providerId="Windows Live" clId="Web-{999E1D67-EE49-4F19-9AB4-4109F18D2530}" dt="2026-03-31T22:03:22.248" v="218" actId="20577"/>
          <ac:spMkLst>
            <pc:docMk/>
            <pc:sldMk cId="3497051839" sldId="268"/>
            <ac:spMk id="3" creationId="{4E7F4EB3-5079-6403-14B9-6ADD88F5B3EB}"/>
          </ac:spMkLst>
        </pc:spChg>
        <pc:spChg chg="add del mod">
          <ac:chgData name="Dan Maňásek" userId="919084af3ec1b99c" providerId="Windows Live" clId="Web-{999E1D67-EE49-4F19-9AB4-4109F18D2530}" dt="2026-03-31T22:01:53.590" v="213"/>
          <ac:spMkLst>
            <pc:docMk/>
            <pc:sldMk cId="3497051839" sldId="268"/>
            <ac:spMk id="4" creationId="{F03EAF2C-639F-DE44-F213-A6EF8359BB13}"/>
          </ac:spMkLst>
        </pc:spChg>
        <pc:spChg chg="add">
          <ac:chgData name="Dan Maňásek" userId="919084af3ec1b99c" providerId="Windows Live" clId="Web-{999E1D67-EE49-4F19-9AB4-4109F18D2530}" dt="2026-03-31T22:03:19.248" v="217"/>
          <ac:spMkLst>
            <pc:docMk/>
            <pc:sldMk cId="3497051839" sldId="268"/>
            <ac:spMk id="10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2:03:19.248" v="217"/>
          <ac:picMkLst>
            <pc:docMk/>
            <pc:sldMk cId="3497051839" sldId="268"/>
            <ac:picMk id="5" creationId="{FF3926A0-B796-2490-4B96-DE0CEE56A252}"/>
          </ac:picMkLst>
        </pc:picChg>
        <pc:cxnChg chg="add">
          <ac:chgData name="Dan Maňásek" userId="919084af3ec1b99c" providerId="Windows Live" clId="Web-{999E1D67-EE49-4F19-9AB4-4109F18D2530}" dt="2026-03-31T22:03:19.248" v="217"/>
          <ac:cxnSpMkLst>
            <pc:docMk/>
            <pc:sldMk cId="3497051839" sldId="268"/>
            <ac:cxnSpMk id="12" creationId="{D2E57F3D-33BE-4306-87E6-245763719516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2:06:10.954" v="250" actId="20577"/>
        <pc:sldMkLst>
          <pc:docMk/>
          <pc:sldMk cId="3133894517" sldId="269"/>
        </pc:sldMkLst>
        <pc:spChg chg="mod">
          <ac:chgData name="Dan Maňásek" userId="919084af3ec1b99c" providerId="Windows Live" clId="Web-{999E1D67-EE49-4F19-9AB4-4109F18D2530}" dt="2026-03-31T22:06:04.516" v="249"/>
          <ac:spMkLst>
            <pc:docMk/>
            <pc:sldMk cId="3133894517" sldId="269"/>
            <ac:spMk id="2" creationId="{69654D4B-99B7-FDC5-3BAD-A1257B6EB05B}"/>
          </ac:spMkLst>
        </pc:spChg>
        <pc:spChg chg="mod">
          <ac:chgData name="Dan Maňásek" userId="919084af3ec1b99c" providerId="Windows Live" clId="Web-{999E1D67-EE49-4F19-9AB4-4109F18D2530}" dt="2026-03-31T22:06:10.954" v="250" actId="20577"/>
          <ac:spMkLst>
            <pc:docMk/>
            <pc:sldMk cId="3133894517" sldId="269"/>
            <ac:spMk id="3" creationId="{7A545A79-CAAA-757D-C374-30A21484E863}"/>
          </ac:spMkLst>
        </pc:spChg>
        <pc:spChg chg="add">
          <ac:chgData name="Dan Maňásek" userId="919084af3ec1b99c" providerId="Windows Live" clId="Web-{999E1D67-EE49-4F19-9AB4-4109F18D2530}" dt="2026-03-31T22:06:04.516" v="249"/>
          <ac:spMkLst>
            <pc:docMk/>
            <pc:sldMk cId="3133894517" sldId="269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2:06:04.516" v="249"/>
          <ac:picMkLst>
            <pc:docMk/>
            <pc:sldMk cId="3133894517" sldId="269"/>
            <ac:picMk id="4" creationId="{D92CFCDD-8CEB-15E3-BFF7-9F5F196CB9BD}"/>
          </ac:picMkLst>
        </pc:picChg>
        <pc:cxnChg chg="add">
          <ac:chgData name="Dan Maňásek" userId="919084af3ec1b99c" providerId="Windows Live" clId="Web-{999E1D67-EE49-4F19-9AB4-4109F18D2530}" dt="2026-03-31T22:06:04.516" v="249"/>
          <ac:cxnSpMkLst>
            <pc:docMk/>
            <pc:sldMk cId="3133894517" sldId="269"/>
            <ac:cxnSpMk id="11" creationId="{4583FD9E-C5A7-96F7-951D-7D292013CD58}"/>
          </ac:cxnSpMkLst>
        </pc:cxnChg>
      </pc:sldChg>
      <pc:sldChg chg="addSp modSp new mod setBg">
        <pc:chgData name="Dan Maňásek" userId="919084af3ec1b99c" providerId="Windows Live" clId="Web-{999E1D67-EE49-4F19-9AB4-4109F18D2530}" dt="2026-03-31T22:05:37.266" v="246" actId="20577"/>
        <pc:sldMkLst>
          <pc:docMk/>
          <pc:sldMk cId="107242701" sldId="270"/>
        </pc:sldMkLst>
        <pc:spChg chg="mod">
          <ac:chgData name="Dan Maňásek" userId="919084af3ec1b99c" providerId="Windows Live" clId="Web-{999E1D67-EE49-4F19-9AB4-4109F18D2530}" dt="2026-03-31T22:05:33.469" v="245"/>
          <ac:spMkLst>
            <pc:docMk/>
            <pc:sldMk cId="107242701" sldId="270"/>
            <ac:spMk id="2" creationId="{EB354648-804D-E871-66A4-FA9C7FAF8E28}"/>
          </ac:spMkLst>
        </pc:spChg>
        <pc:spChg chg="mod">
          <ac:chgData name="Dan Maňásek" userId="919084af3ec1b99c" providerId="Windows Live" clId="Web-{999E1D67-EE49-4F19-9AB4-4109F18D2530}" dt="2026-03-31T22:05:37.266" v="246" actId="20577"/>
          <ac:spMkLst>
            <pc:docMk/>
            <pc:sldMk cId="107242701" sldId="270"/>
            <ac:spMk id="3" creationId="{4A4B45BC-87F6-FD41-8236-8146B273C6AA}"/>
          </ac:spMkLst>
        </pc:spChg>
        <pc:spChg chg="add">
          <ac:chgData name="Dan Maňásek" userId="919084af3ec1b99c" providerId="Windows Live" clId="Web-{999E1D67-EE49-4F19-9AB4-4109F18D2530}" dt="2026-03-31T22:05:33.469" v="245"/>
          <ac:spMkLst>
            <pc:docMk/>
            <pc:sldMk cId="107242701" sldId="270"/>
            <ac:spMk id="9" creationId="{E49D7415-2F11-44C2-B6AA-13A25B6814B9}"/>
          </ac:spMkLst>
        </pc:spChg>
        <pc:picChg chg="add mod">
          <ac:chgData name="Dan Maňásek" userId="919084af3ec1b99c" providerId="Windows Live" clId="Web-{999E1D67-EE49-4F19-9AB4-4109F18D2530}" dt="2026-03-31T22:05:33.469" v="245"/>
          <ac:picMkLst>
            <pc:docMk/>
            <pc:sldMk cId="107242701" sldId="270"/>
            <ac:picMk id="4" creationId="{342B0F5A-258F-0A85-F94D-8FB492F54036}"/>
          </ac:picMkLst>
        </pc:picChg>
        <pc:cxnChg chg="add">
          <ac:chgData name="Dan Maňásek" userId="919084af3ec1b99c" providerId="Windows Live" clId="Web-{999E1D67-EE49-4F19-9AB4-4109F18D2530}" dt="2026-03-31T22:05:33.469" v="245"/>
          <ac:cxnSpMkLst>
            <pc:docMk/>
            <pc:sldMk cId="107242701" sldId="270"/>
            <ac:cxnSpMk id="11" creationId="{4583FD9E-C5A7-96F7-951D-7D292013CD58}"/>
          </ac:cxnSpMkLst>
        </pc:cxnChg>
      </pc:sldChg>
      <pc:sldMasterChg chg="del delSldLayout">
        <pc:chgData name="Dan Maňásek" userId="919084af3ec1b99c" providerId="Windows Live" clId="Web-{999E1D67-EE49-4F19-9AB4-4109F18D2530}" dt="2026-03-31T21:38:57.981" v="14"/>
        <pc:sldMasterMkLst>
          <pc:docMk/>
          <pc:sldMasterMk cId="464252367" sldId="2147483648"/>
        </pc:sldMasterMkLst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1771309689" sldId="2147483649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21655345" sldId="2147483650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2957285559" sldId="2147483651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3426106184" sldId="2147483652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597578085" sldId="2147483653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3514983867" sldId="2147483654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2973794414" sldId="2147483655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3504307544" sldId="2147483656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4088594436" sldId="2147483657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707188527" sldId="2147483658"/>
          </pc:sldLayoutMkLst>
        </pc:sldLayoutChg>
        <pc:sldLayoutChg chg="del">
          <pc:chgData name="Dan Maňásek" userId="919084af3ec1b99c" providerId="Windows Live" clId="Web-{999E1D67-EE49-4F19-9AB4-4109F18D2530}" dt="2026-03-31T21:38:57.981" v="14"/>
          <pc:sldLayoutMkLst>
            <pc:docMk/>
            <pc:sldMasterMk cId="464252367" sldId="2147483648"/>
            <pc:sldLayoutMk cId="1955787437" sldId="2147483659"/>
          </pc:sldLayoutMkLst>
        </pc:sldLayoutChg>
      </pc:sldMasterChg>
      <pc:sldMasterChg chg="add del addSldLayout delSldLayout">
        <pc:chgData name="Dan Maňásek" userId="919084af3ec1b99c" providerId="Windows Live" clId="Web-{999E1D67-EE49-4F19-9AB4-4109F18D2530}" dt="2026-03-31T21:39:12.497" v="17"/>
        <pc:sldMasterMkLst>
          <pc:docMk/>
          <pc:sldMasterMk cId="3340962497" sldId="2147483751"/>
        </pc:sldMasterMkLst>
        <pc:sldLayoutChg chg="add del">
          <pc:chgData name="Dan Maňásek" userId="919084af3ec1b99c" providerId="Windows Live" clId="Web-{999E1D67-EE49-4F19-9AB4-4109F18D2530}" dt="2026-03-31T21:39:12.497" v="17"/>
          <pc:sldLayoutMkLst>
            <pc:docMk/>
            <pc:sldMasterMk cId="3340962497" sldId="2147483751"/>
            <pc:sldLayoutMk cId="3676113498" sldId="2147483746"/>
          </pc:sldLayoutMkLst>
        </pc:sldLayoutChg>
      </pc:sldMasterChg>
      <pc:sldMasterChg chg="add addSldLayout">
        <pc:chgData name="Dan Maňásek" userId="919084af3ec1b99c" providerId="Windows Live" clId="Web-{999E1D67-EE49-4F19-9AB4-4109F18D2530}" dt="2026-03-31T21:39:12.497" v="17"/>
        <pc:sldMasterMkLst>
          <pc:docMk/>
          <pc:sldMasterMk cId="1317211165" sldId="2147483788"/>
        </pc:sldMasterMkLst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755757060" sldId="2147483777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3592922909" sldId="2147483778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1716721455" sldId="2147483779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2753806194" sldId="2147483780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2168874145" sldId="2147483781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3971020350" sldId="2147483782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1857452557" sldId="2147483783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2315542331" sldId="2147483784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2370661041" sldId="2147483785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4091546480" sldId="2147483786"/>
          </pc:sldLayoutMkLst>
        </pc:sldLayoutChg>
        <pc:sldLayoutChg chg="add">
          <pc:chgData name="Dan Maňásek" userId="919084af3ec1b99c" providerId="Windows Live" clId="Web-{999E1D67-EE49-4F19-9AB4-4109F18D2530}" dt="2026-03-31T21:39:12.497" v="17"/>
          <pc:sldLayoutMkLst>
            <pc:docMk/>
            <pc:sldMasterMk cId="1317211165" sldId="2147483788"/>
            <pc:sldLayoutMk cId="638282893" sldId="214748378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5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4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6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4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8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22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2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0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7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21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77" r:id="rId6"/>
    <p:sldLayoutId id="2147483782" r:id="rId7"/>
    <p:sldLayoutId id="2147483778" r:id="rId8"/>
    <p:sldLayoutId id="2147483779" r:id="rId9"/>
    <p:sldLayoutId id="2147483780" r:id="rId10"/>
    <p:sldLayoutId id="214748378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Obrázek 3" descr="Pixel Blackjack by Casual Pixel">
            <a:extLst>
              <a:ext uri="{FF2B5EF4-FFF2-40B4-BE49-F238E27FC236}">
                <a16:creationId xmlns:a16="http://schemas.microsoft.com/office/drawing/2014/main" id="{A18D1EB3-4E11-2CE1-57F0-CA88C0503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3" r="5570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endParaRPr lang="cs-CZ" sz="360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cs-CZ" sz="1800"/>
              <a:t>Daniel Maňásek EP4B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508858-D66D-4421-5803-F61949D3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Cíle projektu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3DA815-D3CE-D98B-25A1-8C93AC4F1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cs-CZ" sz="1800">
                <a:ea typeface="+mn-lt"/>
                <a:cs typeface="+mn-lt"/>
              </a:rPr>
              <a:t>Implementovat plná pravidla Blackjacku </a:t>
            </a:r>
            <a:endParaRPr lang="cs-CZ" sz="1800"/>
          </a:p>
          <a:p>
            <a:pPr marL="0" indent="0">
              <a:lnSpc>
                <a:spcPct val="100000"/>
              </a:lnSpc>
              <a:buNone/>
            </a:pPr>
            <a:r>
              <a:rPr lang="cs-CZ" sz="1800" b="1">
                <a:ea typeface="+mn-lt"/>
                <a:cs typeface="+mn-lt"/>
              </a:rPr>
              <a:t>Vytvořit: </a:t>
            </a:r>
            <a:endParaRPr lang="cs-CZ" sz="1800" b="1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systém uživatelů (registrace + login)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persistentní databázi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žebříček hráčů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achievement systém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Navrhnout admin panel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Zajistit základní bezpečnost (hashování hesel)</a:t>
            </a:r>
            <a:endParaRPr lang="cs-CZ" sz="1800"/>
          </a:p>
          <a:p>
            <a:pPr>
              <a:lnSpc>
                <a:spcPct val="100000"/>
              </a:lnSpc>
            </a:pPr>
            <a:endParaRPr lang="cs-CZ"/>
          </a:p>
        </p:txBody>
      </p:sp>
      <p:pic>
        <p:nvPicPr>
          <p:cNvPr id="4" name="Obrázek 3" descr="Playing card clubs pixel art style illustration | Premium Vector">
            <a:extLst>
              <a:ext uri="{FF2B5EF4-FFF2-40B4-BE49-F238E27FC236}">
                <a16:creationId xmlns:a16="http://schemas.microsoft.com/office/drawing/2014/main" id="{30294737-B75D-AEEB-1312-0525288CC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1" r="7936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0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B38364-23A6-79A4-BB57-37A843D0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Přehled aplikace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58F2B0-EA24-3AE5-F665-96466869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Webová aplikace běžící na Flask serveru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Funguje jako Single Page Application (SPA)</a:t>
            </a:r>
            <a:r>
              <a:rPr lang="cs-CZ" sz="1800" dirty="0">
                <a:ea typeface="+mn-lt"/>
                <a:cs typeface="+mn-lt"/>
              </a:rPr>
              <a:t> </a:t>
            </a:r>
            <a:endParaRPr lang="cs-CZ" sz="1800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Hráč</a:t>
            </a:r>
            <a:r>
              <a:rPr lang="cs-CZ" sz="1800">
                <a:ea typeface="+mn-lt"/>
                <a:cs typeface="+mn-lt"/>
              </a:rPr>
              <a:t>: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hraje blackjack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získává žetony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odemyká achievementy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Pixel art poker chips. Casino chips lucky 30774014 Vector Art at Vecteezy">
            <a:extLst>
              <a:ext uri="{FF2B5EF4-FFF2-40B4-BE49-F238E27FC236}">
                <a16:creationId xmlns:a16="http://schemas.microsoft.com/office/drawing/2014/main" id="{4E0765C2-CAFF-C92A-F448-CB9BFEFA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0" r="4990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9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2476008-9013-D5CB-7895-ADDA325E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Technologie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6BFC65-D435-79BD-0B7F-B4340B6D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cs-CZ" sz="1800" b="1"/>
              <a:t>Backend:</a:t>
            </a:r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Python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Flask </a:t>
            </a:r>
            <a:endParaRPr lang="cs-CZ" sz="1800"/>
          </a:p>
          <a:p>
            <a:pPr marL="0" indent="0">
              <a:lnSpc>
                <a:spcPct val="100000"/>
              </a:lnSpc>
              <a:buNone/>
            </a:pPr>
            <a:r>
              <a:rPr lang="cs-CZ" sz="1800" b="1"/>
              <a:t>Frontend:</a:t>
            </a:r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HTML + CSS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JavaScript (game.js)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Jinja2 (šablony) </a:t>
            </a:r>
            <a:endParaRPr lang="cs-CZ" sz="1800"/>
          </a:p>
          <a:p>
            <a:pPr marL="0" indent="0">
              <a:lnSpc>
                <a:spcPct val="100000"/>
              </a:lnSpc>
              <a:buNone/>
            </a:pPr>
            <a:r>
              <a:rPr lang="cs-CZ" sz="1800" b="1"/>
              <a:t>Další nástroje:</a:t>
            </a:r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SQLite (databáze)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Chart.js (grafy) </a:t>
            </a:r>
            <a:endParaRPr lang="cs-CZ" sz="1800"/>
          </a:p>
          <a:p>
            <a:pPr>
              <a:lnSpc>
                <a:spcPct val="100000"/>
              </a:lnSpc>
            </a:pPr>
            <a:r>
              <a:rPr lang="cs-CZ" sz="1800">
                <a:ea typeface="+mn-lt"/>
                <a:cs typeface="+mn-lt"/>
              </a:rPr>
              <a:t>Web Audio API (zvuky) </a:t>
            </a:r>
            <a:endParaRPr lang="cs-CZ" sz="1800"/>
          </a:p>
          <a:p>
            <a:pPr>
              <a:lnSpc>
                <a:spcPct val="100000"/>
              </a:lnSpc>
            </a:pPr>
            <a:endParaRPr lang="cs-CZ" sz="1400"/>
          </a:p>
        </p:txBody>
      </p:sp>
      <p:pic>
        <p:nvPicPr>
          <p:cNvPr id="5" name="Obrázek 4" descr="Obsah obrázku text, snímek obrazovky, software, displej&#10;&#10;Obsah generovaný pomocí AI může být nesprávný.">
            <a:extLst>
              <a:ext uri="{FF2B5EF4-FFF2-40B4-BE49-F238E27FC236}">
                <a16:creationId xmlns:a16="http://schemas.microsoft.com/office/drawing/2014/main" id="{1CE1B24E-6ED9-D256-315D-73158720F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7" r="16998"/>
          <a:stretch>
            <a:fillRect/>
          </a:stretch>
        </p:blipFill>
        <p:spPr>
          <a:xfrm>
            <a:off x="6663708" y="-1"/>
            <a:ext cx="552829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FB7195-A05D-18A7-DC6F-BA2D8660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Architektura systému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D77C6D-613B-6B81-41A6-8D5F2F108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MVC (Model–View–Controller) </a:t>
            </a:r>
            <a:endParaRPr lang="cs-CZ" sz="1800"/>
          </a:p>
          <a:p>
            <a:pPr marL="0" indent="0">
              <a:buNone/>
            </a:pPr>
            <a:r>
              <a:rPr lang="cs-CZ" sz="1800" b="1"/>
              <a:t>Model:</a:t>
            </a:r>
          </a:p>
          <a:p>
            <a:r>
              <a:rPr lang="cs-CZ" sz="1800">
                <a:ea typeface="+mn-lt"/>
                <a:cs typeface="+mn-lt"/>
              </a:rPr>
              <a:t>SQLite databáze (users, games, achievements) </a:t>
            </a:r>
            <a:endParaRPr lang="cs-CZ" sz="1800"/>
          </a:p>
          <a:p>
            <a:pPr marL="0" indent="0">
              <a:buNone/>
            </a:pPr>
            <a:r>
              <a:rPr lang="cs-CZ" sz="1800" b="1"/>
              <a:t>View:</a:t>
            </a:r>
          </a:p>
          <a:p>
            <a:r>
              <a:rPr lang="cs-CZ" sz="1800">
                <a:ea typeface="+mn-lt"/>
                <a:cs typeface="+mn-lt"/>
              </a:rPr>
              <a:t>HTML šablony + CSS </a:t>
            </a:r>
            <a:endParaRPr lang="cs-CZ" sz="1800"/>
          </a:p>
          <a:p>
            <a:pPr marL="0" indent="0">
              <a:buNone/>
            </a:pPr>
            <a:r>
              <a:rPr lang="cs-CZ" sz="1800" b="1"/>
              <a:t>Controller:</a:t>
            </a:r>
          </a:p>
          <a:p>
            <a:r>
              <a:rPr lang="cs-CZ" sz="1800">
                <a:ea typeface="+mn-lt"/>
                <a:cs typeface="+mn-lt"/>
              </a:rPr>
              <a:t>app.py (hlavní logika)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Obsah obrázku text, snímek obrazovky, software, Multimediální software&#10;&#10;Obsah generovaný pomocí AI může být nesprávný.">
            <a:extLst>
              <a:ext uri="{FF2B5EF4-FFF2-40B4-BE49-F238E27FC236}">
                <a16:creationId xmlns:a16="http://schemas.microsoft.com/office/drawing/2014/main" id="{2FA3BB1F-0491-A865-ED89-75DE1186D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03" y="731520"/>
            <a:ext cx="3004571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9D635A7-0B79-081E-F3EE-A029A7D1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Jak funguje hra (logika)</a:t>
            </a:r>
            <a:endParaRPr lang="cs-CZ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E9A5B9-9675-C615-0A24-33A3EE8F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API endpointy: </a:t>
            </a:r>
            <a:endParaRPr lang="cs-CZ" sz="1800" b="1"/>
          </a:p>
          <a:p>
            <a:r>
              <a:rPr lang="cs-CZ" sz="1800">
                <a:latin typeface="Calisto MT"/>
              </a:rPr>
              <a:t>/api/deal</a:t>
            </a:r>
            <a:r>
              <a:rPr lang="cs-CZ" sz="1800">
                <a:ea typeface="+mn-lt"/>
                <a:cs typeface="+mn-lt"/>
              </a:rPr>
              <a:t> – začátek hry </a:t>
            </a:r>
            <a:endParaRPr lang="cs-CZ" sz="1800"/>
          </a:p>
          <a:p>
            <a:r>
              <a:rPr lang="cs-CZ" sz="1800">
                <a:latin typeface="Calisto MT"/>
              </a:rPr>
              <a:t>/api/hit</a:t>
            </a:r>
            <a:r>
              <a:rPr lang="cs-CZ" sz="1800">
                <a:ea typeface="+mn-lt"/>
                <a:cs typeface="+mn-lt"/>
              </a:rPr>
              <a:t> – líznutí karty </a:t>
            </a:r>
            <a:endParaRPr lang="cs-CZ" sz="1800"/>
          </a:p>
          <a:p>
            <a:r>
              <a:rPr lang="cs-CZ" sz="1800">
                <a:latin typeface="Calisto MT"/>
              </a:rPr>
              <a:t>/api/stand</a:t>
            </a:r>
            <a:r>
              <a:rPr lang="cs-CZ" sz="1800">
                <a:ea typeface="+mn-lt"/>
                <a:cs typeface="+mn-lt"/>
              </a:rPr>
              <a:t> – konec tahu </a:t>
            </a:r>
            <a:endParaRPr lang="cs-CZ" sz="1800"/>
          </a:p>
          <a:p>
            <a:r>
              <a:rPr lang="cs-CZ" sz="1800">
                <a:latin typeface="Calisto MT"/>
              </a:rPr>
              <a:t>/api/double</a:t>
            </a:r>
            <a:r>
              <a:rPr lang="cs-CZ" sz="1800">
                <a:ea typeface="+mn-lt"/>
                <a:cs typeface="+mn-lt"/>
              </a:rPr>
              <a:t> – zdvojení sázky </a:t>
            </a:r>
            <a:endParaRPr lang="cs-CZ" sz="1800"/>
          </a:p>
          <a:p>
            <a:r>
              <a:rPr lang="cs-CZ" sz="1800" b="1">
                <a:ea typeface="+mn-lt"/>
                <a:cs typeface="+mn-lt"/>
              </a:rPr>
              <a:t>Herní stav: </a:t>
            </a:r>
            <a:endParaRPr lang="cs-CZ" sz="1800" b="1"/>
          </a:p>
          <a:p>
            <a:r>
              <a:rPr lang="cs-CZ" sz="1800">
                <a:ea typeface="+mn-lt"/>
                <a:cs typeface="+mn-lt"/>
              </a:rPr>
              <a:t>uložený na serveru (session)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hráč ho nemůže měnit (bezpečnost)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Obsah obrázku text, snímek obrazovky, displej, software&#10;&#10;Obsah generovaný pomocí AI může být nesprávný.">
            <a:extLst>
              <a:ext uri="{FF2B5EF4-FFF2-40B4-BE49-F238E27FC236}">
                <a16:creationId xmlns:a16="http://schemas.microsoft.com/office/drawing/2014/main" id="{B0AC6F65-B391-D911-48C8-384F78D6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86" r="21247" b="2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B45FE0E-72AC-8DA9-0025-7C6AFB45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Databáze</a:t>
            </a:r>
            <a:endParaRPr lang="cs-CZ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4394CC-6D33-8533-3D41-79EF5BE7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800" b="1"/>
              <a:t>Tabulky:</a:t>
            </a:r>
            <a:endParaRPr lang="cs-CZ" sz="1800"/>
          </a:p>
          <a:p>
            <a:r>
              <a:rPr lang="cs-CZ" sz="1800" b="1">
                <a:ea typeface="+mn-lt"/>
                <a:cs typeface="+mn-lt"/>
              </a:rPr>
              <a:t>users</a:t>
            </a:r>
            <a:r>
              <a:rPr lang="cs-CZ" sz="1800" dirty="0">
                <a:ea typeface="+mn-lt"/>
                <a:cs typeface="+mn-lt"/>
              </a:rPr>
              <a:t> </a:t>
            </a:r>
            <a:endParaRPr lang="cs-CZ" sz="1800"/>
          </a:p>
          <a:p>
            <a:pPr lvl="1"/>
            <a:r>
              <a:rPr lang="cs-CZ">
                <a:ea typeface="+mn-lt"/>
                <a:cs typeface="+mn-lt"/>
              </a:rPr>
              <a:t>jméno, heslo, žetony </a:t>
            </a:r>
            <a:endParaRPr lang="cs-CZ"/>
          </a:p>
          <a:p>
            <a:r>
              <a:rPr lang="cs-CZ" sz="1800" b="1">
                <a:ea typeface="+mn-lt"/>
                <a:cs typeface="+mn-lt"/>
              </a:rPr>
              <a:t>games</a:t>
            </a:r>
            <a:r>
              <a:rPr lang="cs-CZ" sz="1800" dirty="0">
                <a:ea typeface="+mn-lt"/>
                <a:cs typeface="+mn-lt"/>
              </a:rPr>
              <a:t> </a:t>
            </a:r>
            <a:endParaRPr lang="cs-CZ" sz="1800"/>
          </a:p>
          <a:p>
            <a:pPr lvl="1"/>
            <a:r>
              <a:rPr lang="cs-CZ">
                <a:ea typeface="+mn-lt"/>
                <a:cs typeface="+mn-lt"/>
              </a:rPr>
              <a:t>historie her </a:t>
            </a:r>
            <a:endParaRPr lang="cs-CZ"/>
          </a:p>
          <a:p>
            <a:r>
              <a:rPr lang="cs-CZ" sz="1800" b="1">
                <a:ea typeface="+mn-lt"/>
                <a:cs typeface="+mn-lt"/>
              </a:rPr>
              <a:t>achievements</a:t>
            </a:r>
            <a:r>
              <a:rPr lang="cs-CZ" sz="1800" dirty="0">
                <a:ea typeface="+mn-lt"/>
                <a:cs typeface="+mn-lt"/>
              </a:rPr>
              <a:t> </a:t>
            </a:r>
            <a:endParaRPr lang="cs-CZ" sz="1800"/>
          </a:p>
          <a:p>
            <a:pPr lvl="1"/>
            <a:r>
              <a:rPr lang="cs-CZ">
                <a:ea typeface="+mn-lt"/>
                <a:cs typeface="+mn-lt"/>
              </a:rPr>
              <a:t>odemčené odznaky </a:t>
            </a:r>
            <a:endParaRPr lang="cs-CZ"/>
          </a:p>
          <a:p>
            <a:endParaRPr lang="cs-CZ" dirty="0"/>
          </a:p>
        </p:txBody>
      </p:sp>
      <p:pic>
        <p:nvPicPr>
          <p:cNvPr id="5" name="Obrázek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0A16345F-968C-AFFC-2796-C98F9999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85" r="11163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6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9117A5-09D1-6723-2286-CE8EE6FA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Systém achievementů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1B43BA-1BF3-F42E-DEC3-A6428CFF8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Příklady:</a:t>
            </a:r>
            <a:endParaRPr lang="cs-CZ" sz="1800" b="1"/>
          </a:p>
          <a:p>
            <a:r>
              <a:rPr lang="cs-CZ" sz="1800">
                <a:ea typeface="+mn-lt"/>
                <a:cs typeface="+mn-lt"/>
              </a:rPr>
              <a:t>první hra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vítězná série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blackjack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comeback </a:t>
            </a:r>
            <a:endParaRPr lang="cs-CZ" sz="1800"/>
          </a:p>
          <a:p>
            <a:pPr marL="0" indent="0">
              <a:buNone/>
            </a:pPr>
            <a:r>
              <a:rPr lang="cs-CZ" sz="1800">
                <a:ea typeface="+mn-lt"/>
                <a:cs typeface="+mn-lt"/>
              </a:rPr>
              <a:t>Motivuje hráče hrát dál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Obsah obrázku text, snímek obrazovky, vizitka&#10;&#10;Obsah generovaný pomocí AI může být nesprávný.">
            <a:extLst>
              <a:ext uri="{FF2B5EF4-FFF2-40B4-BE49-F238E27FC236}">
                <a16:creationId xmlns:a16="http://schemas.microsoft.com/office/drawing/2014/main" id="{25A2FDD0-5940-DCB2-5FFE-7DD36FAC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13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1A1E09-E3F0-C3BF-7ED1-D24358C6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Uživatelské rozhraní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098314-292D-7D6C-3F16-3854124E4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Stavový systém (game.js)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Dynamické vykreslování karet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Klávesové zkratky: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H = hit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S = stand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D = double</a:t>
            </a:r>
            <a:endParaRPr lang="cs-CZ" sz="180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3" descr="Obsah obrázku snímek obrazovky, text, Karetní hra, Hry&#10;&#10;Obsah generovaný pomocí AI může být nesprávný.">
            <a:extLst>
              <a:ext uri="{FF2B5EF4-FFF2-40B4-BE49-F238E27FC236}">
                <a16:creationId xmlns:a16="http://schemas.microsoft.com/office/drawing/2014/main" id="{F3D0E1AD-92B1-4163-6686-26EA290AA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92" y="731520"/>
            <a:ext cx="3298793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2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6CBDA00-EDAE-6FCF-315A-8FCC0D97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cs-CZ" sz="3600">
                <a:ea typeface="+mj-lt"/>
                <a:cs typeface="+mj-lt"/>
              </a:rPr>
              <a:t>Admin panel</a:t>
            </a:r>
            <a:endParaRPr lang="cs-CZ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32E673-0C9B-2502-E07F-5CC3D2F15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Práva uživatelů: </a:t>
            </a:r>
            <a:endParaRPr lang="cs-CZ" sz="1800" b="1"/>
          </a:p>
          <a:p>
            <a:pPr lvl="1"/>
            <a:r>
              <a:rPr lang="cs-CZ">
                <a:ea typeface="+mn-lt"/>
                <a:cs typeface="+mn-lt"/>
              </a:rPr>
              <a:t>ban / unban </a:t>
            </a:r>
            <a:endParaRPr lang="cs-CZ"/>
          </a:p>
          <a:p>
            <a:pPr lvl="1"/>
            <a:r>
              <a:rPr lang="cs-CZ">
                <a:ea typeface="+mn-lt"/>
                <a:cs typeface="+mn-lt"/>
              </a:rPr>
              <a:t>reset žetonů </a:t>
            </a:r>
            <a:endParaRPr lang="cs-CZ"/>
          </a:p>
          <a:p>
            <a:pPr lvl="1"/>
            <a:r>
              <a:rPr lang="cs-CZ">
                <a:ea typeface="+mn-lt"/>
                <a:cs typeface="+mn-lt"/>
              </a:rPr>
              <a:t>mazání účtů</a:t>
            </a:r>
          </a:p>
          <a:p>
            <a:pPr marL="457200" lvl="1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sz="1800">
                <a:ea typeface="+mn-lt"/>
                <a:cs typeface="+mn-lt"/>
              </a:rPr>
              <a:t>Oddělený přístup (admin role)</a:t>
            </a:r>
            <a:endParaRPr lang="cs-CZ" sz="1800" dirty="0"/>
          </a:p>
        </p:txBody>
      </p:sp>
      <p:pic>
        <p:nvPicPr>
          <p:cNvPr id="4" name="Obrázek 3" descr="Obsah obrázku text, snímek obrazovky, software&#10;&#10;Obsah generovaný pomocí AI může být nesprávný.">
            <a:extLst>
              <a:ext uri="{FF2B5EF4-FFF2-40B4-BE49-F238E27FC236}">
                <a16:creationId xmlns:a16="http://schemas.microsoft.com/office/drawing/2014/main" id="{6DB80846-8DFB-D0FC-B1D4-EAA8642C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34" b="-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0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A2F0E9A-8AB7-CF55-8526-0286B584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Bezpečnost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CE46C4-66D6-840B-4062-91A42E0F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Hashování hesel (scrypt)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Session šifrování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Server kontroluje herní stav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Ochrana proti manipulaci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Stop Security Cartoon Stock Illustrations – 5,434 Stop Security Cartoon  Stock Illustrations, Vectors &amp; Clipart - Dreamstime">
            <a:extLst>
              <a:ext uri="{FF2B5EF4-FFF2-40B4-BE49-F238E27FC236}">
                <a16:creationId xmlns:a16="http://schemas.microsoft.com/office/drawing/2014/main" id="{9949568D-16EB-F793-9B6B-7698DB6C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60" y="1972866"/>
            <a:ext cx="4202057" cy="418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6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9C6DED-DFE9-3292-43B4-D44117E8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Výsledky projektu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BA2082-F9F7-AE13-342E-DDAEE951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Funkční webová hra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Kompletní backend + frontend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Databáze + statistiky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Achievement systém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210B2A47-BB6A-1007-F618-C3C32C69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56" r="-2" b="1909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93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A667F8-3E99-E16B-03C1-E755FB230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cs-CZ" sz="3600">
                <a:ea typeface="+mj-lt"/>
                <a:cs typeface="+mj-lt"/>
              </a:rPr>
              <a:t>Možná rozšíření</a:t>
            </a:r>
            <a:endParaRPr lang="cs-CZ" sz="3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7F4EB3-5079-6403-14B9-6ADD88F5B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Multiplayer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Turnaje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Další hry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Daily bonusy 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Nasazení na veřejný server</a:t>
            </a:r>
            <a:endParaRPr lang="cs-CZ" sz="180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 descr="Online Casino Black Jack Kostenlos Online Blackjack Professional Free  Download And Play On Windows">
            <a:extLst>
              <a:ext uri="{FF2B5EF4-FFF2-40B4-BE49-F238E27FC236}">
                <a16:creationId xmlns:a16="http://schemas.microsoft.com/office/drawing/2014/main" id="{FF3926A0-B796-2490-4B96-DE0CEE56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116" b="-3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5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9654D4B-99B7-FDC5-3BAD-A1257B6E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Shrnutí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545A79-CAAA-757D-C374-30A21484E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800">
                <a:ea typeface="+mn-lt"/>
                <a:cs typeface="+mn-lt"/>
              </a:rPr>
              <a:t>Projekt splnil všechny cíle </a:t>
            </a:r>
            <a:endParaRPr lang="cs-CZ" sz="1800"/>
          </a:p>
          <a:p>
            <a:r>
              <a:rPr lang="cs-CZ" sz="1800" b="1">
                <a:ea typeface="+mn-lt"/>
                <a:cs typeface="+mn-lt"/>
              </a:rPr>
              <a:t>Kombinuje:</a:t>
            </a:r>
            <a:r>
              <a:rPr lang="cs-CZ" sz="1800">
                <a:ea typeface="+mn-lt"/>
                <a:cs typeface="+mn-lt"/>
              </a:rPr>
              <a:t> </a:t>
            </a:r>
            <a:endParaRPr lang="cs-CZ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ea typeface="+mn-lt"/>
                <a:cs typeface="+mn-lt"/>
              </a:rPr>
              <a:t>programování 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ea typeface="+mn-lt"/>
                <a:cs typeface="+mn-lt"/>
              </a:rPr>
              <a:t>databáze 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ea typeface="+mn-lt"/>
                <a:cs typeface="+mn-lt"/>
              </a:rPr>
              <a:t>webové technologie </a:t>
            </a:r>
          </a:p>
          <a:p>
            <a:r>
              <a:rPr lang="cs-CZ" sz="1800">
                <a:ea typeface="+mn-lt"/>
                <a:cs typeface="+mn-lt"/>
              </a:rPr>
              <a:t>Praktická ukázka fullstack vývoje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Shrnutí soutěže WebTop100 2012 - Zdroják">
            <a:extLst>
              <a:ext uri="{FF2B5EF4-FFF2-40B4-BE49-F238E27FC236}">
                <a16:creationId xmlns:a16="http://schemas.microsoft.com/office/drawing/2014/main" id="{D92CFCDD-8CEB-15E3-BFF7-9F5F196CB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34" r="-2" b="-2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94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354648-804D-E871-66A4-FA9C7FAF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Otázky</a:t>
            </a: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4B45BC-87F6-FD41-8236-8146B273C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ea typeface="+mn-lt"/>
                <a:cs typeface="+mn-lt"/>
              </a:rPr>
              <a:t>Děkuji za pozornost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prostor pro dotazy</a:t>
            </a:r>
            <a:endParaRPr lang="cs-CZ" sz="1800"/>
          </a:p>
          <a:p>
            <a:endParaRPr lang="cs-CZ" dirty="0"/>
          </a:p>
        </p:txBody>
      </p:sp>
      <p:pic>
        <p:nvPicPr>
          <p:cNvPr id="4" name="Obrázek 3" descr="Roman Molek: Správné otázky jsou tajemstvím úspěchu každého pohovoru -  Zboží a Prodej – zprávy z retailu">
            <a:extLst>
              <a:ext uri="{FF2B5EF4-FFF2-40B4-BE49-F238E27FC236}">
                <a16:creationId xmlns:a16="http://schemas.microsoft.com/office/drawing/2014/main" id="{342B0F5A-258F-0A85-F94D-8FB492F5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60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27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15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6" baseType="lpstr">
      <vt:lpstr>ChronicleVTI</vt:lpstr>
      <vt:lpstr>Prezentace aplikace PowerPoint</vt:lpstr>
      <vt:lpstr>Cíle projektu</vt:lpstr>
      <vt:lpstr>Přehled aplikace</vt:lpstr>
      <vt:lpstr>Technologie</vt:lpstr>
      <vt:lpstr>Architektura systému</vt:lpstr>
      <vt:lpstr>Jak funguje hra (logika)</vt:lpstr>
      <vt:lpstr>Databáze</vt:lpstr>
      <vt:lpstr>Systém achievementů</vt:lpstr>
      <vt:lpstr>Uživatelské rozhraní</vt:lpstr>
      <vt:lpstr>Admin panel</vt:lpstr>
      <vt:lpstr>Bezpečnost</vt:lpstr>
      <vt:lpstr>Výsledky projektu</vt:lpstr>
      <vt:lpstr>Možná rozšíření</vt:lpstr>
      <vt:lpstr>Shrnutí</vt:lpstr>
      <vt:lpstr>Otázky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146</cp:revision>
  <dcterms:created xsi:type="dcterms:W3CDTF">2026-03-31T21:36:30Z</dcterms:created>
  <dcterms:modified xsi:type="dcterms:W3CDTF">2026-03-31T22:06:15Z</dcterms:modified>
</cp:coreProperties>
</file>